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avec le nom et une phrase : GestPro est l'application qui met l'encaissement des loyers et l'exploitation des immeubles sous contrôle.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à l'auditoire lequel des quatre problèmes fait le plus mal. La plupart des gestionnaires reconnaissent les quatre.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de bord est réel. Montrer attendu vs encaissé et l'ancienneté des impayés.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INNOVATION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locative et immobilière, enfin maîtrisée.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Loyers, quittances, locataires, maintenance et rapports dans une seule application web sécurisée. Conçue pour les bailleurs, gestionnaires, agences immobilières et résidences.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  |  Douala, Cameroun  |  support@bouquet-innovation.net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user/residenceflow/marketing/deck/asse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822960"/>
            <a:ext cx="4023360" cy="2514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0" y="2240280"/>
            <a:ext cx="1294201" cy="2651760"/>
          </a:xfrm>
          <a:prstGeom prst="roundRect">
            <a:avLst>
              <a:gd name="adj" fmla="val 1271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user/residenceflow/marketing/deck/assets/admin-dashboard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304288"/>
            <a:ext cx="1166185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locations sur papier et tableurs coûte cher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quatre problèmes reviennent dans presque toutes nos discussions avec les propriétaires et gestionnaires.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loyers qui s'évaporent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retards sont repérés des semaines plus tard. Personne ne sait exactement qui doit quoi, ni depuis quand.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7175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0035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035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reçus papier, zéro traçabilité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280035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carnets à souche se perdent, se modifient ou se dupliquent. L'argent est encaissé mais jamais totalement rapproché.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8630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490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1490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pour le propriétaire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491490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d'occupation, encaissements et dépenses sont dans la tête d'une personne. Le relevé mensuel prend des jours.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0085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2945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2945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Litiges et confiance perdue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2945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locataire affirme avoir payé, le caissier dit le contraire. Les cautions sont restituées à l'estime.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vous donne une seule source de vérité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immeuble, locataire, facture, paiement et réparation dans une application bilingue, accessible depuis n'importe quel navigateur.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26280" y="1325880"/>
            <a:ext cx="4160520" cy="260032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25880"/>
            <a:ext cx="4160520" cy="2600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3999357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gestionnaire, chiffres réels en FCFA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voir d'un coup d'œil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755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Occupation, loyers attendus et encaissés, ancienneté des impayés, interventions ouvertes et visiteurs présents sur un seul tableau de bord.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en toute confiance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8529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mensuelles automatiques, quittances numérotées et infalsifiables, relances envoyées à temps.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5844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toute l'exploitation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9502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dossier de candidature à la maintenance, la conciergerie et les relevés propriétaires, avec un rôle pour chaque intervenant.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patrimoine, structuré tel qu'il est vraiment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Immeubles, blocs, étages et lots de tous types, avec les personnes et les contrats qui s'y rattachent.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Appartements, studios, boutiques, bureaux, maisons et chambres, chacun avec son statut et son loyer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locataires avec contacts, documents et historique complet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Baux avec échéanciers de loyer, cautions et alertes de renouvellement à 30, 60 et 90 jours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locatives et vérification avant la remise des clés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Survolez un immeuble pour l'apercevoir instantanément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0" y="1280160"/>
            <a:ext cx="4572000" cy="2857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user/residenceflow/marketing/deck/assets/admin-buildin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80160"/>
            <a:ext cx="4572000" cy="2857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42108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immeubles avec aperçu au survol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11880" y="3200400"/>
            <a:ext cx="2286000" cy="14287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user/residenceflow/marketing/deck/assets/admin-tenant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200400"/>
            <a:ext cx="2286000" cy="1428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11880" y="468401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locataire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encaissements sans discussion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factures partent toutes seules. Chaque franc encaissé laisse une trace.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mensuelles automatiques par bail, avec charges et pénalités de retard le cas échéant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Espèces, mobile money, virement ou chèque, saisis par les caissiers en quelques secondes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Quittances numérotées, infalsifiables, avec code de vérification, imprimables en PDF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Annulations uniquement sur approbation ; échéanciers et retenues sur caution documentés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bancaire, dépenses, bons de commande et charges récurrentes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069080" y="1234440"/>
            <a:ext cx="4206240" cy="26289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user/residenceflow/marketing/deck/assets/admin-invo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234440"/>
            <a:ext cx="4206240" cy="2628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39364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factures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97880" y="3108960"/>
            <a:ext cx="2697480" cy="165702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user/residenceflow/marketing/deck/assets/admin-receipt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108960"/>
            <a:ext cx="2697480" cy="16570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97880" y="4811703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Quittance numérotée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impayés sont visibles avant de devenir des pertes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doit, combien, depuis combien de temps, et ce qui a été fait.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des impayés par locataire et par immeuble, filtrée en un clic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de relance et notifications par e-mail, avec la date de suivi conservée au dossier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Pénalités de retard appliquées selon la règle, pas de mémoire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Échéanciers de paiement pour les locataires qui ont besoin de temps, suivis jusqu'à la dernière échéance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 détenues, retenues et remboursées avec un décompte clair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206240" y="1280160"/>
            <a:ext cx="4480560" cy="2154115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user/residenceflow/marketing/deck/assets/admin-arrears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480560" cy="21541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06240" y="3498283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impayés par ancienneté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0624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6067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6067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31-60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6067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1510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510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1510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6953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953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66953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accueil et portail locataire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quotidien d'un immeuble, pris en charge par les bonnes personnes.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21280" cy="16383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admin-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621280" cy="16383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0830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421380"/>
            <a:ext cx="262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travail avec priorité et catégorie, confiés aux techniciens internes ou aux prestataires, suivis jusqu'à la clôture.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1360" y="1280160"/>
            <a:ext cx="2621280" cy="16383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user/residenceflow/marketing/deck/assets/concierge-visit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1280160"/>
            <a:ext cx="2621280" cy="16383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61360" y="30830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Conciergerie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261360" y="3421380"/>
            <a:ext cx="262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visiteurs, colis en attente, incidents, main courante et suivi des clés pour le personnel de sécurité.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65520" y="1280160"/>
            <a:ext cx="2621280" cy="16383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/home/user/residenceflow/marketing/deck/assets/tenant-portal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280160"/>
            <a:ext cx="2621280" cy="1638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65520" y="30830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locataire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065520" y="3421380"/>
            <a:ext cx="262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locataires consultent leurs factures et paiements, téléchargent leurs quittances et déposent leurs demandes.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Également inclus : annonces aux résidents, documents avec dates d'expiration, compteurs et relevés de consommation.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Parcourez votre immeuble en 3D, depuis n'importe quel appareil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dessine chaque immeuble à partir de ses propres données : étages, blocs, lots et couleurs de statut. Cliquez sur un lot pour voir ses pièces.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834640" cy="17716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admin-building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834640" cy="17716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15239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3D interactive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474720" y="1325880"/>
            <a:ext cx="2834640" cy="17716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8" name="Image 1" descr="/home/user/residenceflow/marketing/deck/assets/admin-building-3d-un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25880"/>
            <a:ext cx="2834640" cy="17716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315239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d'un lot avec ses pièces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086600" y="1280160"/>
            <a:ext cx="1611099" cy="3337560"/>
          </a:xfrm>
          <a:prstGeom prst="roundRect">
            <a:avLst>
              <a:gd name="adj" fmla="val 1021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user/residenceflow/marketing/deck/assets/admin-building-3d-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344168"/>
            <a:ext cx="1483083" cy="32095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4690872"/>
            <a:ext cx="161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mobile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474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occupés, vacants et en maintenance d'un seul regard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et surface de chaque lot, loyer et locataire en place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 téléphone, à la tablette et au PC, mode clair et sombre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Android et iOS en cours de sortie, sur la même plateforme sécurisée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inspirer confiance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chiffres sont protégés et chaque action peut être rattachée à une personne.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4475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7552" y="13258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forte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87552" y="162763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mots de passe robustes, double authentification (TOTP) et verrouillage du compte après échecs répétés.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134416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4447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76472" y="13258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contrôlées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776472" y="162763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sessions et ré-authentification avant les actions sensibles comme les annulations ou les changements de rôle.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44144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54203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87552" y="2423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d'audit complète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987552" y="272491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création, modification, paiement et connexion est journalisé : qui, quand, d'où.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46120" y="244144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254203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76472" y="2423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sur approbation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3776472" y="272491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espace entreprise n'est ouvert qu'après validation par Bouquet Innovation, avec un code à usage unique valable 20 minutes.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53872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63931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87552" y="35204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et sauvegardes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987552" y="382219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quotidiens automatisés, sauvegardes régulières et procédure de restauration éprouvée.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46120" y="353872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3639312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776472" y="35204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Hébergé dans le cloud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3776472" y="382219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sur Vercel avec PostgreSQL managé. Rien à installer, rien à maintenir de votre côté.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080760" y="1371600"/>
            <a:ext cx="2606040" cy="162877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29" name="Image 6" descr="/home/user/residenceflow/marketing/deck/assets/admin-admin-audit-lo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371600"/>
            <a:ext cx="2606040" cy="162877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080760" y="3064383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6080760" y="3154680"/>
            <a:ext cx="2604211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32" name="Image 7" descr="/home/user/residenceflow/marketing/deck/assets/public-log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154680"/>
            <a:ext cx="2604211" cy="162763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4" name="Text 24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espace par entreprise, un rôle pour chacun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entreprise travaille dans un environnement isolé. Treize rôles aux permissions fines décident qui voit et qui fait quoi.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plateforme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67128" y="1417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organisation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77056" y="1417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77056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immobilier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67128" y="18928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67128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77056" y="18928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77056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/ Sécurité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maintenance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67128" y="23682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67128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77056" y="23682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77056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 (lecture seule)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67128" y="28437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67128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Auditeur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77056" y="28437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77056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locataire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319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propriétaires ne voient que leurs immeubles. Les caissiers enregistrent les paiements mais ne peuvent pas les annuler. Des rôles personnalisés se créent par copie d'un rôle système.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07137" y="1280160"/>
            <a:ext cx="2461846" cy="3200400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32" name="Image 0" descr="/home/user/residenceflow/marketing/deck/assets/admin-admin-roles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7137" y="1280160"/>
            <a:ext cx="2461846" cy="320040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6107137" y="4544568"/>
            <a:ext cx="2461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permissions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rapports que votre comptable et vos propriétaires utiliseront vraiment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opérationnels et financiers, exportables en CSV, et tableaux de bord qui se mettent à jour seuls.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et vacance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 de bail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et sorties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maintenance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 et incidents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3258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182880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 et taux de recouvrement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des impayés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par immeuble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par catégorie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 détenues et relevé propriétaire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359145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home/user/residenceflow/marketing/deck/assets/admin-reports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80160"/>
            <a:ext cx="3591452" cy="32461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029200" y="4590288"/>
            <a:ext cx="359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des rapports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premier appel à la première quittance en quelques jours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vous accompagnons à chaque étape.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25296" y="1691640"/>
            <a:ext cx="6693408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41732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d'accès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Parlez-nous de votre patrimoine. Nous confirmons l'adéquation et la formule.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30552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67712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Innovation valide votre entreprise et envoie un code d'inscription à usage unique.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03904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41064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en minutes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941064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votre société, vos immeubles, lots et utilisateurs. Importez locataires et baux.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71032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7103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77256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14416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pratiques pour gestionnaires, caissiers et personnel d'accueil, en français ou en anglais.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44384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4438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50608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87768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continu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287768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par e-mail, mises à jour régulières et sauvegardes incluses.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s'adresse GestPro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seul immeuble à un patrimoine géré pour compte de tiers.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23431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own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749040" cy="23431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77875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propriétaire (lecture seule)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063240" y="2651760"/>
            <a:ext cx="1040683" cy="2103120"/>
          </a:xfrm>
          <a:prstGeom prst="roundRect">
            <a:avLst>
              <a:gd name="adj" fmla="val 1581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home/user/residenceflow/marketing/deck/assets/admin-payments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715768"/>
            <a:ext cx="912667" cy="19751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50876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190" y="1611630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924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Bailleurs particuliers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2039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vos locataires et vos loyers sans gestionnaire à plein temps, depuis votre téléphone.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85800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40880" y="150876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1611630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4380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Gestionnaires immobiliers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2039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Gérez les immeubles de plusieurs propriétaires avec des relevés clairs et une caisse auditée.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63440" y="310896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46320" y="329184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190" y="3394710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3291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immobilières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38221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Candidatures, baux, encaissements et reporting pour une clientèle qui grandit.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858000" y="310896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040880" y="329184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0" y="3394710"/>
            <a:ext cx="205740" cy="2057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43800" y="3291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Résidences et cités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7040880" y="38221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visiteurs, colis, incidents et maintenance aux côtés de la gestion des loyers.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0" name="Text 22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équipes choisissent GestPro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944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et anglais, au choix de chaque utilisateur.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3944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en FCFA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en XAF, heure de Douala, mobile money et espèces intégrés.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3944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téléphone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adaptée dès aujourd'hui, applis Android et iOS en déploiement.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d'audit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journalisée. Des quittances infalsifiables.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tout navigateur, sauvegardé chaque jour.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2FA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authentification, verrouillage, contrôle des sessions, inscription approuvée.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formules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formules, tarifées sur devis selon la taille de votre patrimoine.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429000"/>
          </a:xfrm>
          <a:prstGeom prst="roundRect">
            <a:avLst>
              <a:gd name="adj" fmla="val 2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Bailleurs particuliers et petits patrimoines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Immeubles, lots, locataires et baux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automatiques et quittances numérotées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: espèces, mobile money, virement, chèque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impayés et relances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et rapports standards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par e-mail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2133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6052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sur devis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6600" y="1280160"/>
            <a:ext cx="2590800" cy="3429000"/>
          </a:xfrm>
          <a:prstGeom prst="roundRect">
            <a:avLst>
              <a:gd name="adj" fmla="val 28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5200" y="14630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05200" y="187452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Gestionnaires et agences immobilières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05200" y="224028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Starter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travail, techniciens et prestataires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conciergerie et portail locataire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Cautions, échéanciers, pénalités, compteurs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Dépenses, bons de commande, rapprochement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propriétaire en lecture et vue 3D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 votre équipe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05200" y="4160520"/>
            <a:ext cx="213360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416052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sur devis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000" y="1280160"/>
            <a:ext cx="2590800" cy="3429000"/>
          </a:xfrm>
          <a:prstGeom prst="roundRect">
            <a:avLst>
              <a:gd name="adj" fmla="val 2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4600" y="14630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24600" y="187452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Résidences, groupes et opérateurs multi-sites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24600" y="224028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Business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13 rôles et rôles personnalisés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authentification imposée, exports d'audit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multi-entreprises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 et accompagnement au démarrage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mobiles dès leur sortie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24600" y="4160520"/>
            <a:ext cx="2133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4600" y="416052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sur devis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Mettons de l'ordre dans votre patrimoine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Réservez une démonstration de 30 minutes sur vos propres immeubles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Recevez votre code d'inscription après approbation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07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Démarrez avec votre équipe en quelques jours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support@bouquet-innovation.net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Innovation  |  Douala, Cameroun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491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640080"/>
            <a:ext cx="1843491" cy="3840480"/>
          </a:xfrm>
          <a:prstGeom prst="roundRect">
            <a:avLst>
              <a:gd name="adj" fmla="val 892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/home/user/residenceflow/marketing/deck/assets/public-login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704088"/>
            <a:ext cx="1715475" cy="371246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406640" y="1188720"/>
            <a:ext cx="1716732" cy="3566160"/>
          </a:xfrm>
          <a:prstGeom prst="roundRect">
            <a:avLst>
              <a:gd name="adj" fmla="val 958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/home/user/residenceflow/marketing/deck/assets/tenant-portal-billing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252728"/>
            <a:ext cx="1588716" cy="3438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Bouquet Innovation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GestPro</dc:title>
  <dc:subject>PptxGenJS Presentation</dc:subject>
  <dc:creator>Bouquet Innovation</dc:creator>
  <cp:lastModifiedBy>Bouquet Innovation</cp:lastModifiedBy>
  <cp:revision>1</cp:revision>
  <dcterms:created xsi:type="dcterms:W3CDTF">2026-10-01T17:39:44Z</dcterms:created>
  <dcterms:modified xsi:type="dcterms:W3CDTF">2026-10-01T17:39:44Z</dcterms:modified>
</cp:coreProperties>
</file>